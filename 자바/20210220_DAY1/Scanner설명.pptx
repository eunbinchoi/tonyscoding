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6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4120A-94B4-4368-8AB4-F76E86D1E1FE}" type="datetimeFigureOut">
              <a:rPr lang="ko-KR" altLang="en-US" smtClean="0"/>
              <a:t>2021-03-06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E7F9-A1A6-4F8E-954E-9895CA5EC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3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A70F-229C-421C-9BAE-7D908C5A8162}" type="datetimeFigureOut">
              <a:rPr lang="ko-KR" altLang="en-US" smtClean="0"/>
              <a:t>2021-03-06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0320-FCF7-4015-834D-912E35A5F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3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A70F-229C-421C-9BAE-7D908C5A8162}" type="datetimeFigureOut">
              <a:rPr lang="ko-KR" altLang="en-US" smtClean="0"/>
              <a:t>2021-03-06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0320-FCF7-4015-834D-912E35A5F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794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A70F-229C-421C-9BAE-7D908C5A8162}" type="datetimeFigureOut">
              <a:rPr lang="ko-KR" altLang="en-US" smtClean="0"/>
              <a:t>2021-03-06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0320-FCF7-4015-834D-912E35A5F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243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A70F-229C-421C-9BAE-7D908C5A8162}" type="datetimeFigureOut">
              <a:rPr lang="ko-KR" altLang="en-US" smtClean="0"/>
              <a:t>2021-03-06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0320-FCF7-4015-834D-912E35A5F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446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A70F-229C-421C-9BAE-7D908C5A8162}" type="datetimeFigureOut">
              <a:rPr lang="ko-KR" altLang="en-US" smtClean="0"/>
              <a:t>2021-03-06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0320-FCF7-4015-834D-912E35A5F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77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A70F-229C-421C-9BAE-7D908C5A8162}" type="datetimeFigureOut">
              <a:rPr lang="ko-KR" altLang="en-US" smtClean="0"/>
              <a:t>2021-03-06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0320-FCF7-4015-834D-912E35A5F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800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A70F-229C-421C-9BAE-7D908C5A8162}" type="datetimeFigureOut">
              <a:rPr lang="ko-KR" altLang="en-US" smtClean="0"/>
              <a:t>2021-03-06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0320-FCF7-4015-834D-912E35A5F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516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A70F-229C-421C-9BAE-7D908C5A8162}" type="datetimeFigureOut">
              <a:rPr lang="ko-KR" altLang="en-US" smtClean="0"/>
              <a:t>2021-03-06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0320-FCF7-4015-834D-912E35A5F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19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A70F-229C-421C-9BAE-7D908C5A8162}" type="datetimeFigureOut">
              <a:rPr lang="ko-KR" altLang="en-US" smtClean="0"/>
              <a:t>2021-03-06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0320-FCF7-4015-834D-912E35A5F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23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A70F-229C-421C-9BAE-7D908C5A8162}" type="datetimeFigureOut">
              <a:rPr lang="ko-KR" altLang="en-US" smtClean="0"/>
              <a:t>2021-03-06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0320-FCF7-4015-834D-912E35A5F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657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A70F-229C-421C-9BAE-7D908C5A8162}" type="datetimeFigureOut">
              <a:rPr lang="ko-KR" altLang="en-US" smtClean="0"/>
              <a:t>2021-03-06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0320-FCF7-4015-834D-912E35A5F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46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2A70F-229C-421C-9BAE-7D908C5A8162}" type="datetimeFigureOut">
              <a:rPr lang="ko-KR" altLang="en-US" smtClean="0"/>
              <a:t>2021-03-06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60320-FCF7-4015-834D-912E35A5F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93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정육면체 3"/>
          <p:cNvSpPr/>
          <p:nvPr/>
        </p:nvSpPr>
        <p:spPr>
          <a:xfrm>
            <a:off x="2227811" y="997527"/>
            <a:ext cx="6159731" cy="3715789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smtClean="0"/>
              <a:t>temp</a:t>
            </a:r>
            <a:endParaRPr lang="ko-KR" altLang="en-US"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4716379" y="705853"/>
            <a:ext cx="9476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 smtClean="0"/>
              <a:t>25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4088200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2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</cp:revision>
  <dcterms:created xsi:type="dcterms:W3CDTF">2021-03-06T01:26:56Z</dcterms:created>
  <dcterms:modified xsi:type="dcterms:W3CDTF">2021-03-06T06:31:46Z</dcterms:modified>
</cp:coreProperties>
</file>